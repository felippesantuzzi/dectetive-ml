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5C842">
              <a:alpha val="12000"/>
            </a:srgbClr>
          </a:solidFill>
          <a:ln w="12700">
            <a:solidFill>
              <a:srgbClr val="F5C84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3A86FF">
              <a:alpha val="10000"/>
            </a:srgbClr>
          </a:solidFill>
          <a:ln w="12700">
            <a:solidFill>
              <a:srgbClr val="3A86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57200"/>
            <a:ext cx="1280160" cy="128016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1554480"/>
            <a:ext cx="640080" cy="64008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🕵️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DETECTIVE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de um Projeto Real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1148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com Python • Requests • BeautifulSoup • Streamlit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Competitiva no Mercado Livre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Acadêmico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O CONCEITO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2D2D44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 o mesmo produto que um concorrente no Mercado Livre.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saber cada movimento dele em tempo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2D2D44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42316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— um raspador inteligente que monitora preço, estoque, frete e avaliações automaticamente.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2D2D44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que notifica qualquer mudança e sugere ações estratégicas imediatas.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MAPA DA JORNADA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DETECTIVE — cada tentativa foi um passo rumo ao tesouro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7863840" cy="5486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645920"/>
            <a:ext cx="822960" cy="8229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645920"/>
            <a:ext cx="822960" cy="82296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645920"/>
            <a:ext cx="822960" cy="8229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645920"/>
            <a:ext cx="822960" cy="82296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822960" cy="8229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Arquivos do Projeto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detective_fase1_teste_conexao.py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657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Prova do processo — teste inicial de conexão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coletor.py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Coleta HTML com undetected-chromedriver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extrator.py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Extrai dados com BeautifulSoup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historico.py  •  alertas.py  •  dashboard.py  •  main.py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617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Próximas fases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AS BATALHAS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 foi uma lição — cada bloqueio, uma oportunidade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1097280"/>
          </a:xfrm>
          <a:prstGeom prst="rect">
            <a:avLst/>
          </a:prstGeom>
          <a:solidFill>
            <a:srgbClr val="2D2D44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Tentativa 1 — URL errada (404)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/p/ não existe. Aprendemos que /up/ é página agrupada e MLB é o anúncio direto.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4206240" cy="1097280"/>
          </a:xfrm>
          <a:prstGeom prst="rect">
            <a:avLst/>
          </a:prstGeom>
          <a:solidFill>
            <a:srgbClr val="2D2D44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Tentativa 2 — Gzip binário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chegou comprimido. Solução: usar response.content.decode('utf-8') em vez de response.text.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703320"/>
            <a:ext cx="4206240" cy="1097280"/>
          </a:xfrm>
          <a:prstGeom prst="rect">
            <a:avLst/>
          </a:prstGeom>
          <a:solidFill>
            <a:srgbClr val="2D2D44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Tentativa 3 — Anti-bot (requests)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detectou o robô e retornou desafio JavaScript com SHA-256. Requests não executa JS.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206240" cy="1097280"/>
          </a:xfrm>
          <a:prstGeom prst="rect">
            <a:avLst/>
          </a:prstGeom>
          <a:solidFill>
            <a:srgbClr val="2D2D44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Tentativa 4 — API OAuth bloqueada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645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exige OAuth 2.0 com novos escopos (out/2025). Processo burocrático para trabalho acadêmico.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4206240" cy="1097280"/>
          </a:xfrm>
          <a:prstGeom prst="rect">
            <a:avLst/>
          </a:prstGeom>
          <a:solidFill>
            <a:srgbClr val="2D2D44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Tentativa 5 — Selenium detectado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880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fechado pelo anti-bot. navigator.webdriver=true exposto. Selenium padrão não resolve.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703320"/>
            <a:ext cx="4206240" cy="1097280"/>
          </a:xfrm>
          <a:prstGeom prst="rect">
            <a:avLst/>
          </a:prstGeom>
          <a:solidFill>
            <a:srgbClr val="2D2D44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Solução Final — undetected-chromedriver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profundos no Chrome. Anti-bot não detecta. 1.092.036 chars de HTML capturados com sucesso!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F5C842">
              <a:alpha val="8000"/>
            </a:srgbClr>
          </a:solidFill>
          <a:ln w="12700">
            <a:solidFill>
              <a:srgbClr val="F5C842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DOSSIER DO CONCORRENTE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DETECTIVE capturou na primeira execução bem-sucedida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417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Mangote Térmico Industrial Alta Temperatura Cozinha Par Epi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Preço Real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R$ 145,41  (26% OFF sobre R$ 197,00)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Frete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606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 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Estoque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200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unidades disponíveis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Avaliações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avaliações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Vendas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4389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 |  +100 vendidos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7772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8321040" cy="7772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historico.py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261872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261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cada coleta em CSV com timestamp — cria o histórico de preços ao longo do tempo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4864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57400"/>
            <a:ext cx="8321040" cy="7772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 alertas.py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2221992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221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4688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estado atual vs anterior e dispara alertas quando qualquer dado mudar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54864" cy="7772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8321040" cy="7772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dashboard.py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3182112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182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com gráficos, alertas visuais e histórico de preços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54864" cy="7772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977640"/>
            <a:ext cx="8321040" cy="7772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main.py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4142232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4142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3891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 final — chama todos os módulos em sequência com um comando só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5C842">
              <a:alpha val="10000"/>
            </a:srgbClr>
          </a:solidFill>
          <a:ln w="12700">
            <a:solidFill>
              <a:srgbClr val="F5C842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3A86FF">
              <a:alpha val="10000"/>
            </a:srgbClr>
          </a:solidFill>
          <a:ln w="12700">
            <a:solidFill>
              <a:srgbClr val="3A86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🕵️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TESOURO FOI ENCONTRADO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persistência, criatividade e as bibliotecas certas,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transformamos um problema real em uma ferramenta de inteligência competitiva.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Requests  •  BeautifulSoup  •  Selenium  •  Streamlit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ele respirar, saberemos."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DETECTIVE — A Jornada</dc:title>
  <dc:subject>PptxGenJS Presentation</dc:subject>
  <dc:creator>PptxGenJS</dc:creator>
  <cp:lastModifiedBy>PptxGenJS</cp:lastModifiedBy>
  <cp:revision>1</cp:revision>
  <dcterms:created xsi:type="dcterms:W3CDTF">2026-05-23T21:37:41Z</dcterms:created>
  <dcterms:modified xsi:type="dcterms:W3CDTF">2026-05-23T21:37:41Z</dcterms:modified>
</cp:coreProperties>
</file>